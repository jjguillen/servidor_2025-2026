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6" r:id="rId3"/>
    <p:sldId id="277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amos la bienvenida" id="{E75E278A-FF0E-49A4-B170-79828D63BBAD}">
          <p14:sldIdLst>
            <p14:sldId id="256"/>
            <p14:sldId id="276"/>
            <p14:sldId id="277"/>
          </p14:sldIdLst>
        </p14:section>
        <p14:section name="Diseñar, anotar, trabajar juntos, Información" id="{B9B51309-D148-4332-87C2-07BE32FBCA3B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Más información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9B45"/>
    <a:srgbClr val="DD462F"/>
    <a:srgbClr val="F8CFB6"/>
    <a:srgbClr val="F8CAB6"/>
    <a:srgbClr val="923922"/>
    <a:srgbClr val="404040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45" autoAdjust="0"/>
    <p:restoredTop sz="95401" autoAdjust="0"/>
  </p:normalViewPr>
  <p:slideViewPr>
    <p:cSldViewPr snapToGrid="0">
      <p:cViewPr varScale="1">
        <p:scale>
          <a:sx n="103" d="100"/>
          <a:sy n="103" d="100"/>
        </p:scale>
        <p:origin x="76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5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72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B06AB2-534F-4317-9DBC-96E8A8114BFB}" type="datetime1">
              <a:rPr lang="es-ES" smtClean="0"/>
              <a:t>20/10/2022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84219E-1C28-46B7-A379-E02903B01D1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72522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BC32159-CBC1-4C9D-9A0C-0BE24C8C9CDA}" type="datetime1">
              <a:rPr lang="es-ES" noProof="0" smtClean="0"/>
              <a:t>20/10/2022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En el modo Presentación con diapositivas, seleccione la flecha para ir al Centro de introducción a PowerPoint.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226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1165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0202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50882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5462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1352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8331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7754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066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cxnSp>
        <p:nvCxnSpPr>
          <p:cNvPr id="12" name="Conector rec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08" y="368802"/>
            <a:ext cx="44348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2400" b="0" dirty="0">
                <a:solidFill>
                  <a:schemeClr val="bg2">
                    <a:lumMod val="2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6F98EE-852A-4139-9CFD-A1A4BA052067}" type="datetime1">
              <a:rPr lang="es-ES" noProof="0" smtClean="0"/>
              <a:t>20/10/2022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2636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3600" b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8" name="Marcador de posición de contenido 7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F50242A-6024-4A62-8CDA-92D97616828A}" type="datetime1">
              <a:rPr lang="es-ES" noProof="0" smtClean="0"/>
              <a:t>20/10/2022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incidencia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838200" y="1164324"/>
            <a:ext cx="10515600" cy="2387600"/>
          </a:xfrm>
        </p:spPr>
        <p:txBody>
          <a:bodyPr rtlCol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Laravel 9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400" dirty="0">
                <a:solidFill>
                  <a:schemeClr val="bg1"/>
                </a:solidFill>
                <a:latin typeface="+mj-lt"/>
              </a:rPr>
              <a:t>Framework PHP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4A30A1-7FD6-4298-A1D0-301DDF69D250}"/>
              </a:ext>
            </a:extLst>
          </p:cNvPr>
          <p:cNvSpPr txBox="1"/>
          <p:nvPr/>
        </p:nvSpPr>
        <p:spPr>
          <a:xfrm>
            <a:off x="838200" y="5503176"/>
            <a:ext cx="3187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dirty="0">
                <a:solidFill>
                  <a:schemeClr val="bg1"/>
                </a:solidFill>
                <a:latin typeface="+mj-lt"/>
              </a:rPr>
              <a:t>Javier Guillén Benavente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CF6AC-EE60-4591-A0D8-8219FA21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7C5854-93BC-4152-8FC3-93FDA76119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5023104" cy="511124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1700" dirty="0"/>
              <a:t>INTRODUCCIÓN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CONCEPTOS DE ARQUITECTURA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accent2"/>
                </a:solidFill>
              </a:rPr>
              <a:t>PRIMEROS PASOS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ENRUTAMIENTO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MIDDLEWARE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CONTROLADORES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REQUESTS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RESPONSES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VISTAS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PLANTILLAS BLADE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SESIÓN Y VALIDACIÓN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SEGURIDAD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BASE DE DATOS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ELOQUENT (ORM)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buFont typeface="+mj-lt"/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087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8" y="1536192"/>
            <a:ext cx="9107424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dirty="0" smtClean="0"/>
              <a:t>PRIMEROS PASOS</a:t>
            </a: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2779776"/>
            <a:ext cx="9793224" cy="330098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Migraciones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Crear el modelo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Añadir datos a la tabla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Crear el controlador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Crear las rutas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Crear las vistas</a:t>
            </a:r>
          </a:p>
        </p:txBody>
      </p:sp>
    </p:spTree>
    <p:extLst>
      <p:ext uri="{BB962C8B-B14F-4D97-AF65-F5344CB8AC3E}">
        <p14:creationId xmlns:p14="http://schemas.microsoft.com/office/powerpoint/2010/main" val="1876690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Creación de una nueva aplicación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Antes de ver en profundidad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vamos a crear una sencilla aplicación para ver los componentes principales del framework, entender como funciona el patrón MVC y conseguir tener una idea general de cómo es el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workflow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de una aplicación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Esta aplicación va a consistir en una página que nos va a mostrar las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incidencias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de un Ayuntamiento donde necesitamos saber dónde se ha producido el problema, la dirección exacta y una descripción de lo que ha pasado. Estas incidencias estarán almacenadas en una base de datos y el objetivo de la aplicación va a ser únicamente </a:t>
            </a:r>
            <a:r>
              <a:rPr lang="es-ES" sz="18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mostrarlas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para ello previamente deberemos introducir datos de prueba en la base de datos.</a:t>
            </a: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Aunque no entendamos algunos comandos o parte del código, no es problema, el objetivo es entender cómo funciona el framework y lo sencillo de construir una aplicación que va a ser fácilmente escalable.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Para empezar debes tener un proyecto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nuevo creado para lo cual puedes seguir los pasos de la instalación.</a:t>
            </a:r>
          </a:p>
          <a:p>
            <a:pPr marL="4572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 ExtraLight" panose="020B0309030403020204" pitchFamily="49" charset="0"/>
                <a:ea typeface="Source Code Pro ExtraLight" panose="020B0309030403020204" pitchFamily="49" charset="0"/>
              </a:rPr>
              <a:t>curl -s "https://laravel.build/incidencias" | bash</a:t>
            </a:r>
          </a:p>
          <a:p>
            <a:pPr marL="4572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 ExtraLight" panose="020B0309030403020204" pitchFamily="49" charset="0"/>
                <a:ea typeface="Source Code Pro ExtraLight" panose="020B0309030403020204" pitchFamily="49" charset="0"/>
              </a:rPr>
              <a:t>cd incidencias</a:t>
            </a:r>
          </a:p>
          <a:p>
            <a:pPr marL="4572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 ExtraLight" panose="020B0309030403020204" pitchFamily="49" charset="0"/>
                <a:ea typeface="Source Code Pro ExtraLight" panose="020B0309030403020204" pitchFamily="49" charset="0"/>
              </a:rPr>
              <a:t> ./</a:t>
            </a:r>
            <a:r>
              <a:rPr lang="es-ES" sz="13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 ExtraLight" panose="020B0309030403020204" pitchFamily="49" charset="0"/>
                <a:ea typeface="Source Code Pro ExtraLight" panose="020B0309030403020204" pitchFamily="49" charset="0"/>
              </a:rPr>
              <a:t>vendor</a:t>
            </a:r>
            <a:r>
              <a:rPr lang="es-ES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 ExtraLight" panose="020B0309030403020204" pitchFamily="49" charset="0"/>
                <a:ea typeface="Source Code Pro ExtraLight" panose="020B0309030403020204" pitchFamily="49" charset="0"/>
              </a:rPr>
              <a:t>/</a:t>
            </a:r>
            <a:r>
              <a:rPr lang="es-ES" sz="13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 ExtraLight" panose="020B0309030403020204" pitchFamily="49" charset="0"/>
                <a:ea typeface="Source Code Pro ExtraLight" panose="020B0309030403020204" pitchFamily="49" charset="0"/>
              </a:rPr>
              <a:t>bin</a:t>
            </a:r>
            <a:r>
              <a:rPr lang="es-ES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 ExtraLight" panose="020B0309030403020204" pitchFamily="49" charset="0"/>
                <a:ea typeface="Source Code Pro ExtraLight" panose="020B0309030403020204" pitchFamily="49" charset="0"/>
              </a:rPr>
              <a:t>/</a:t>
            </a:r>
            <a:r>
              <a:rPr lang="es-ES" sz="13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 ExtraLight" panose="020B0309030403020204" pitchFamily="49" charset="0"/>
                <a:ea typeface="Source Code Pro ExtraLight" panose="020B0309030403020204" pitchFamily="49" charset="0"/>
              </a:rPr>
              <a:t>sail</a:t>
            </a:r>
            <a:r>
              <a:rPr lang="es-ES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 ExtraLight" panose="020B0309030403020204" pitchFamily="49" charset="0"/>
                <a:ea typeface="Source Code Pro ExtraLight" panose="020B0309030403020204" pitchFamily="49" charset="0"/>
              </a:rPr>
              <a:t> up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353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Migraciones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migraciones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nos permiten crear tablas.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Nos creamos una migración con el comando: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sail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artisan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make:migration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create_incidencias_table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–</a:t>
            </a:r>
            <a:r>
              <a:rPr lang="es-E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create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=incidencias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Este comando nos habrá creado un fichero en la carpeta ‘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database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migrations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’ con el nombre anterior precedido de la fecha ya la hora de creación. Este fichero contendrá el código para crear la tabla incidencias.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Pon lo siguiente: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Por último, ejecuta el siguiente comando para que realice la creación de la tabla (lo hace para todas las migraciones que haya): 	</a:t>
            </a:r>
            <a:r>
              <a:rPr lang="es-E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sail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artisan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migrate</a:t>
            </a:r>
            <a:endParaRPr lang="es-ES" sz="12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05" y="3575428"/>
            <a:ext cx="6204340" cy="201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20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Crear el modelo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Los 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modelos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sirven para acceder a las tablas de forma lógica, como si fueran objetos y no tablas.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Tendremos un modelo por cada tabla que consideremos necesaria. El mapeo de la tabla a clase lo realiza el componente interno llamado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Eloquent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Para crearnos un modelo escribiremos el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siguiente comando:    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sail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artisan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make:model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Incidencia 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–f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Esto nos creará un fichero en App/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Models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llamado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Incidencia.php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Este modelo, por defecto, buscará una migración (tabla) que sea ‘incidencias’. Si no es así, tiene otro nombre, tenéis que añadir esta línea en el fichero del modelo: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protected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$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table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= 'incidencias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';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 la opción del comando –f, además del modelo, nos ha creado una Factoría en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database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factories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que veremos en el siguiente apartado.</a:t>
            </a:r>
            <a:endParaRPr lang="es-E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41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Añadir datos a la tabla (</a:t>
            </a:r>
            <a:r>
              <a:rPr lang="es-ES" sz="2600" dirty="0" err="1" smtClean="0"/>
              <a:t>seeders</a:t>
            </a:r>
            <a:r>
              <a:rPr lang="es-ES" sz="2600" dirty="0" smtClean="0"/>
              <a:t>)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Mediante los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seeders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añadiremos datos de prueba a nuestras tablas.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Hay dos formas de hacerlo, o mediante un bucle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for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en la clase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seeder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que nos crearemos, o utilizar el concepto de factorías que es como lo vamos a hacer ahora.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Para crear el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seeder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ejecutaremos el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siguiente comando:  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  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sail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artisan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make:seeder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IncidenciaSeeder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Este comando nos habrá creado un fichero en la carpeta ‘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databases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seeders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’ con el nombre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IncidenciaSeeder.php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Editamos el archivo y escribimos lo siguiente: 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 la factoría que se nos creó en el paso anterior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database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factories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IncidenciaFactory.php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), añadimos: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Por último ejecutamos el comando que va a añadir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50 incidencias:       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sail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artisan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db:seed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863" y="3629526"/>
            <a:ext cx="3647110" cy="69601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863" y="4563135"/>
            <a:ext cx="5436751" cy="1522568"/>
          </a:xfrm>
          <a:prstGeom prst="rect">
            <a:avLst/>
          </a:prstGeom>
        </p:spPr>
      </p:pic>
      <p:cxnSp>
        <p:nvCxnSpPr>
          <p:cNvPr id="7" name="Conector recto de flecha 6"/>
          <p:cNvCxnSpPr/>
          <p:nvPr/>
        </p:nvCxnSpPr>
        <p:spPr>
          <a:xfrm flipV="1">
            <a:off x="4917989" y="3954162"/>
            <a:ext cx="1254211" cy="6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>
            <a:off x="5572897" y="4794422"/>
            <a:ext cx="648730" cy="444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388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Crear el controlador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Los 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controladores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son clases fundamentales en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Es donde se realizan las acciones iniciadas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las rutas.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Vamos a tener normalmente un controlador por modelo, que lleve todas las acciones asociadas a ese modelo (añadir incidencia, eliminar incidencia, tomar datos de formularios relacionados con incidencias, etc.).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Para crear el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controlador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ejecutaremos el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siguiente comando:  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sail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artisan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make:controller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IncidenciaController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--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resource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La opción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--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resource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es opcional y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sirve para crear ya el código esqueleto de los métodos: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index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create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delete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store, …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 comando nos habrá creado un fichero en la ruta 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App/Http/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Controllers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IncidenciaController.php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Podemos abrir ese archivo y ponerle código al método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index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() que se usará para mostrar todas las incidencias. Si nos fijamos en el código, saca los datos con el método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find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(el cual accede a la BBDD) y los manda a una vista ‘incidencias’ donde se visualizarán los datos.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791" y="5491454"/>
            <a:ext cx="8083481" cy="57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50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Añadir las rutas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rutas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son lo que usamos en la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url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del navegador (o en una llamada a API), para que no muestre una página web o realice una acción. Son los puntos de entrada al framework, a partir de ellas se disparan todos sus mecanismos.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encontramos en el fichero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routes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web.php</a:t>
            </a:r>
            <a:endParaRPr lang="es-ES" sz="1600" b="1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Podremos organizarlas en grupos, podremos hacer que se ejecute uno o más middleware antes de la ruta (permisos, autenticación, roles, …).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Vamos a poner la ruta ‘/incidencias’ que llame al método ‘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index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’ del controlador que hicimos en el paso anterior.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Como hemos creado el controlador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IncidenciaController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con la opción --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resource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podemos añadir el siguiente código que ya asociaría cada ruta a cada método del controlador. Las rutas concretas las veremos en temas posteriores.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12" y="4127923"/>
            <a:ext cx="8765203" cy="30815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422" y="5561481"/>
            <a:ext cx="8862923" cy="3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9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Añadir las vistas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vistas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son los ficheros donde se genera el código HTML que es el que se enviará devuelta al cliente y se visualizará en su navegador. Son el punto final habitual de una petición (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request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), mostrando el resultado de alguna acción, una consulta a BBDD, etc.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 encuentran en la carpeta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resources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Hay varias formas de hacer vistas, pero ahora crearemos una del tipo básico de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se llaman vistas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Para que el framework reconozca que es una vista de este tipo sólo tenéis que crear un archivo en esa carpeta que termine en .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blade.php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 Así nosotros vamos a crear ahí un fichero llamado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incidencias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.blade.php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Ese nombre ‘incidencias’ corresponde con lo que hemos puesto en el controlador en el método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index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return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(‘incidencias’), ese nombre debe coincidir con el nombre del archivo para que se abra esa vista.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Dentro de la vista vamos a mostrar los datos de las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incidencias en texto plano con el siguiente código: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679" y="5229888"/>
            <a:ext cx="6044553" cy="113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51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Probándolo todo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Para probar todo lo que hemos hecho vasta ir al navegador y poner: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  <a:hlinkClick r:id="rId3"/>
              </a:rPr>
              <a:t>http://localhost:8080/incidencias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Siempre que tengamos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en el puerto 8080, esto llamará a la ruta que creamos /incidencias.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Esa ruta llama al método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index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() del controlador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IncidenciaController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 método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index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() del controlador llama al método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find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() del modelo Incidencia que va a la BBDD y trae todas las filas de la tabla incidencias. Una vez tiene todos los datos de la BBDD llama a la vista ‘incidencias’ 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 vista incidencias recoge todas las filas de la BBDD y cada fila la pinta en un &lt;p&gt; de HTML. Se genera el fichero HTML y el framework lo manda al cliente.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 cliente en su navegador ve todas las incidencias cada una en un párrafo.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¿QUÉ TE HA PARECIDO?  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933970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9B45"/>
        </a:solidFill>
        <a:ln>
          <a:solidFill>
            <a:srgbClr val="FF9B4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4199827_TF10001033" id="{B8C5CA47-16DB-4B99-941C-1142562394E7}" vid="{2A9A9F5D-B7A7-4104-8DD8-8C97F33B830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13585</TotalTime>
  <Words>1281</Words>
  <Application>Microsoft Office PowerPoint</Application>
  <PresentationFormat>Panorámica</PresentationFormat>
  <Paragraphs>116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Segoe UI</vt:lpstr>
      <vt:lpstr>Segoe UI Light</vt:lpstr>
      <vt:lpstr>Source Code Pro</vt:lpstr>
      <vt:lpstr>Source Code Pro ExtraLight</vt:lpstr>
      <vt:lpstr>WelcomeDoc</vt:lpstr>
      <vt:lpstr>Laravel 9</vt:lpstr>
      <vt:lpstr>ÍNDICE</vt:lpstr>
      <vt:lpstr>PRIMEROS PASOS</vt:lpstr>
      <vt:lpstr>Creación de una nueva aplicación</vt:lpstr>
      <vt:lpstr>Migraciones</vt:lpstr>
      <vt:lpstr>Crear el modelo</vt:lpstr>
      <vt:lpstr>Añadir datos a la tabla (seeders)</vt:lpstr>
      <vt:lpstr>Crear el controlador</vt:lpstr>
      <vt:lpstr>Añadir las rutas</vt:lpstr>
      <vt:lpstr>Añadir las vistas</vt:lpstr>
      <vt:lpstr>Probándolo todo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damos la bienvenida a PowerPoint</dc:title>
  <dc:creator>José Javier Guillén Benavente</dc:creator>
  <cp:keywords/>
  <cp:lastModifiedBy>Familia Guillén Linares</cp:lastModifiedBy>
  <cp:revision>103</cp:revision>
  <dcterms:created xsi:type="dcterms:W3CDTF">2022-09-07T07:55:08Z</dcterms:created>
  <dcterms:modified xsi:type="dcterms:W3CDTF">2022-10-20T18:51:42Z</dcterms:modified>
  <cp:version/>
</cp:coreProperties>
</file>