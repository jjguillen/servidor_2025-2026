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76" r:id="rId3"/>
    <p:sldId id="277" r:id="rId4"/>
    <p:sldId id="279" r:id="rId5"/>
    <p:sldId id="280" r:id="rId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damos la bienvenida" id="{E75E278A-FF0E-49A4-B170-79828D63BBAD}">
          <p14:sldIdLst>
            <p14:sldId id="256"/>
            <p14:sldId id="276"/>
            <p14:sldId id="277"/>
          </p14:sldIdLst>
        </p14:section>
        <p14:section name="Diseñar, anotar, trabajar juntos, Información" id="{B9B51309-D148-4332-87C2-07BE32FBCA3B}">
          <p14:sldIdLst>
            <p14:sldId id="279"/>
            <p14:sldId id="280"/>
          </p14:sldIdLst>
        </p14:section>
        <p14:section name="Más información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9B45"/>
    <a:srgbClr val="DD462F"/>
    <a:srgbClr val="F8CFB6"/>
    <a:srgbClr val="F8CAB6"/>
    <a:srgbClr val="923922"/>
    <a:srgbClr val="404040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45" autoAdjust="0"/>
    <p:restoredTop sz="95401" autoAdjust="0"/>
  </p:normalViewPr>
  <p:slideViewPr>
    <p:cSldViewPr snapToGrid="0">
      <p:cViewPr varScale="1">
        <p:scale>
          <a:sx n="103" d="100"/>
          <a:sy n="103" d="100"/>
        </p:scale>
        <p:origin x="76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5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72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5B06AB2-534F-4317-9DBC-96E8A8114BFB}" type="datetime1">
              <a:rPr lang="es-ES" smtClean="0"/>
              <a:t>06/02/2023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84219E-1C28-46B7-A379-E02903B01D1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72522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C32159-CBC1-4C9D-9A0C-0BE24C8C9CDA}" type="datetime1">
              <a:rPr lang="es-ES" noProof="0" smtClean="0"/>
              <a:t>06/02/2023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En el modo Presentación con diapositivas, seleccione la flecha para ir al Centro de introducción a PowerPoint.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2268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4116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5991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cxnSp>
        <p:nvCxnSpPr>
          <p:cNvPr id="12" name="Conector recto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08" y="368802"/>
            <a:ext cx="44348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2400" b="0" dirty="0">
                <a:solidFill>
                  <a:schemeClr val="bg2">
                    <a:lumMod val="2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6F98EE-852A-4139-9CFD-A1A4BA052067}" type="datetime1">
              <a:rPr lang="es-ES" noProof="0" smtClean="0"/>
              <a:t>06/02/2023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10" name="Rectángulo 9"/>
          <p:cNvSpPr/>
          <p:nvPr userDrawn="1"/>
        </p:nvSpPr>
        <p:spPr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sz="1800" noProof="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263640" cy="6400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lang="en-US" sz="3600" b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Marcador de posición de contenido 7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Haga clic para modificar los estilos de texto del patrón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Segundo nivel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Tercer nivel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Cuarto nivel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F50242A-6024-4A62-8CDA-92D97616828A}" type="datetime1">
              <a:rPr lang="es-ES" noProof="0" smtClean="0"/>
              <a:t>06/02/2023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idx="4294967295"/>
          </p:nvPr>
        </p:nvSpPr>
        <p:spPr>
          <a:xfrm>
            <a:off x="838200" y="1164324"/>
            <a:ext cx="10515600" cy="2387600"/>
          </a:xfrm>
        </p:spPr>
        <p:txBody>
          <a:bodyPr rtlCol="0">
            <a:normAutofit/>
          </a:bodyPr>
          <a:lstStyle/>
          <a:p>
            <a:pPr rtl="0"/>
            <a:r>
              <a:rPr lang="es-ES" sz="4800" dirty="0">
                <a:solidFill>
                  <a:schemeClr val="bg1"/>
                </a:solidFill>
              </a:rPr>
              <a:t>Laravel 9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ES" sz="2400" dirty="0">
                <a:solidFill>
                  <a:schemeClr val="bg1"/>
                </a:solidFill>
                <a:latin typeface="+mj-lt"/>
              </a:rPr>
              <a:t>Framework PHP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4A30A1-7FD6-4298-A1D0-301DDF69D250}"/>
              </a:ext>
            </a:extLst>
          </p:cNvPr>
          <p:cNvSpPr txBox="1"/>
          <p:nvPr/>
        </p:nvSpPr>
        <p:spPr>
          <a:xfrm>
            <a:off x="838200" y="5503176"/>
            <a:ext cx="3187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dirty="0">
                <a:solidFill>
                  <a:schemeClr val="bg1"/>
                </a:solidFill>
                <a:latin typeface="+mj-lt"/>
              </a:rPr>
              <a:t>Javier Guillén Benavente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CF6AC-EE60-4591-A0D8-8219FA21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7C5854-93BC-4152-8FC3-93FDA76119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5023104" cy="5111242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1700" dirty="0"/>
              <a:t>INTRODUCCIÓN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CONCEPTOS DE ARQUITECTURA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PRIMEROS PASOS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ENRUTAMIENTO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MIDDLEWARE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CONTROLADORES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tx1"/>
                </a:solidFill>
              </a:rPr>
              <a:t>REQUESTS</a:t>
            </a:r>
          </a:p>
          <a:p>
            <a:pPr>
              <a:buFont typeface="+mj-lt"/>
              <a:buAutoNum type="arabicPeriod"/>
            </a:pPr>
            <a:r>
              <a:rPr lang="es-ES" sz="1700" dirty="0">
                <a:solidFill>
                  <a:schemeClr val="accent2"/>
                </a:solidFill>
              </a:rPr>
              <a:t>RESPONSES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VISTAS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PLANTILLAS BLADE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SESIÓN Y VALIDACIÓN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SEGURIDAD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BASE DE DATOS</a:t>
            </a:r>
          </a:p>
          <a:p>
            <a:pPr>
              <a:buFont typeface="+mj-lt"/>
              <a:buAutoNum type="arabicPeriod"/>
            </a:pPr>
            <a:r>
              <a:rPr lang="es-ES" sz="1700" dirty="0"/>
              <a:t>ELOQUENT (ORM)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buFont typeface="+mj-lt"/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087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21208" y="1536192"/>
            <a:ext cx="9107424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dirty="0" smtClean="0"/>
              <a:t>RESPONSES</a:t>
            </a:r>
            <a:endParaRPr lang="es-ES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2779776"/>
            <a:ext cx="9793224" cy="395465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Devolver respuestas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s-ES" sz="20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Redirecciones</a:t>
            </a:r>
            <a:endParaRPr lang="es-ES" sz="2000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76690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Devolver las respuestas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6390530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Todas las rutas y controladores deben devolver una respuesta para enviarla al navegador del usuario. Se puede devolver una cadena.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También se pueden devolver objetos “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response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” o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vistas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Devolver una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instancia Response completa </a:t>
            </a:r>
            <a:r>
              <a:rPr lang="es-ES" sz="18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permite personalizar el código de estado HTTP y los encabezados de la 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respuesta.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También se puede devolver una </a:t>
            </a:r>
            <a:r>
              <a:rPr lang="es-ES" sz="18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cookie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 junto a la respuesta.</a:t>
            </a:r>
            <a:endParaRPr lang="es-ES" sz="1800" dirty="0" smtClean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983" y="2918142"/>
            <a:ext cx="4694649" cy="107757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983" y="1490513"/>
            <a:ext cx="3150055" cy="110867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983" y="4140008"/>
            <a:ext cx="4076910" cy="103510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64" y="5756815"/>
            <a:ext cx="6128959" cy="98854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2141" y="5756815"/>
            <a:ext cx="4387608" cy="98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5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21215" y="448054"/>
            <a:ext cx="4928616" cy="640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</a:pPr>
            <a:r>
              <a:rPr lang="es-ES" sz="2600" dirty="0" smtClean="0"/>
              <a:t>Redirecciones</a:t>
            </a:r>
            <a:endParaRPr lang="es-ES" sz="2600" dirty="0"/>
          </a:p>
        </p:txBody>
      </p:sp>
      <p:sp>
        <p:nvSpPr>
          <p:cNvPr id="6" name="Marcador de contenido 4"/>
          <p:cNvSpPr>
            <a:spLocks noGrp="1"/>
          </p:cNvSpPr>
          <p:nvPr>
            <p:ph sz="half" idx="4294967295"/>
          </p:nvPr>
        </p:nvSpPr>
        <p:spPr>
          <a:xfrm>
            <a:off x="541611" y="1298448"/>
            <a:ext cx="11419730" cy="56831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Las respuestas pueden ser objetos </a:t>
            </a:r>
            <a:r>
              <a:rPr lang="es-ES" sz="1800" dirty="0" err="1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RedirectResponse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, de modo que redirigimos la salida de la petición.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Redirigir a otra ruta				</a:t>
            </a: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Redirigir hacia atrás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Redirigir a rutas con nombre 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Redirigir a métodos del controlador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Redirigir a dominios externos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Redirigir con entrada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s-ES" sz="18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Otros tipos de respuesta </a:t>
            </a:r>
            <a:endParaRPr lang="es-ES" sz="18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507" y="1846887"/>
            <a:ext cx="3054507" cy="71758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831" y="1846887"/>
            <a:ext cx="3295819" cy="119386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250" y="3112913"/>
            <a:ext cx="3772094" cy="31751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092" y="3663004"/>
            <a:ext cx="4559534" cy="35561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9856" y="4228936"/>
            <a:ext cx="3835597" cy="355618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5523" y="4817129"/>
            <a:ext cx="2376572" cy="293492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5452" y="5413964"/>
            <a:ext cx="2273201" cy="1075711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6946" y="5413965"/>
            <a:ext cx="3857905" cy="85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8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9B45"/>
        </a:solidFill>
        <a:ln>
          <a:solidFill>
            <a:srgbClr val="FF9B4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4199827_TF10001033" id="{B8C5CA47-16DB-4B99-941C-1142562394E7}" vid="{2A9A9F5D-B7A7-4104-8DD8-8C97F33B830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14181</TotalTime>
  <Words>176</Words>
  <Application>Microsoft Office PowerPoint</Application>
  <PresentationFormat>Panorámica</PresentationFormat>
  <Paragraphs>42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Segoe UI Light</vt:lpstr>
      <vt:lpstr>WelcomeDoc</vt:lpstr>
      <vt:lpstr>Laravel 9</vt:lpstr>
      <vt:lpstr>ÍNDICE</vt:lpstr>
      <vt:lpstr>RESPONSES</vt:lpstr>
      <vt:lpstr>Devolver las respuestas</vt:lpstr>
      <vt:lpstr>Redirecciones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damos la bienvenida a PowerPoint</dc:title>
  <dc:creator>José Javier Guillén Benavente</dc:creator>
  <cp:keywords/>
  <cp:lastModifiedBy>Familia Guillén Linares</cp:lastModifiedBy>
  <cp:revision>224</cp:revision>
  <dcterms:created xsi:type="dcterms:W3CDTF">2022-09-07T07:55:08Z</dcterms:created>
  <dcterms:modified xsi:type="dcterms:W3CDTF">2023-02-06T15:10:58Z</dcterms:modified>
  <cp:version/>
</cp:coreProperties>
</file>